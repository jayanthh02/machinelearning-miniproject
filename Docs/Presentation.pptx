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253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line: we classify autism vs typical control from resting-state fMRI, following a paper that did the same for heavy drinkers. Our question is whether correlation between brain regions works better than the paper's max-min feature. Fill in names, SRNs and the repo link in the footer.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classifies heavy drinkers from fMRI, but its data is not public. Our teacher approved using a public fMRI dataset instead, so we apply the same pipeline to autism vs typical control. Our own twist is the feature choice, which comes two slides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ABIDE is a public autism fMRI dataset. We use 871 subjects from 20 scanning sites, with two ready-made brain atlases (Craddock-200 and Harvard-Oxford). The classes are nearly balanced, so the baseline of always guessing control is 53.7%.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person is a table of time points by brain regions. We turn it into features, either the paper's max-min per region or our correlation between region pairs, then train logistic regression and SVMs with linear, polynomial, RBF and sigmoid kernels. Accuracy comes from 10-fold cross-validation, with a small dev set used to pick the regularisation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Max-min only looks at one region at a time: how big its swings are. Correlation looks at pairs of regions: do they rise and fall in step. Two people can have identical max-min values and very different region-to-region coupling, and only correlation can tell them apart. This is our modification of the paper's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model, same evaluation, only the features change. Max-min stays at chance on both atlases, while correlation reaches 0.65 to 0.67 with logistic regression. The best single number came from an SVM with a degree-2 polynomial kernel on Craddock-200 correlation features, 0.703. Differences of a few points between kernels are within noise, so do not claim a best kernel.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that did not matter or did not work. Demographics alone predict nothing here, unlike the paper where age drove the result. Max-min features sit at chance. The sigmoid kernel failed to learn, as it did in the paper. Among the other kernels the gaps are within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points to close on. Correlation features clearly beat the paper's max-min feature. The signal is in how regions move together, not in how much each one swings. And the limits: the dataset differs from the paper's, the dev set used to choose C is small, and we did not test whether the model carries over to a scanner site it has never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questions. Be ready to explain how a correlation feature is computed, why the scaler sits inside the pipeline, and why the dataset was swapped.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2800" y="1497330"/>
            <a:ext cx="1088339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kern="0" spc="150" dirty="0">
                <a:solidFill>
                  <a:srgbClr val="3DD6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 MINI-PROJECT · UE24CS352A</a:t>
            </a:r>
            <a:endParaRPr lang="en-US" sz="1600" dirty="0"/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812800" y="1985010"/>
            <a:ext cx="6867525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2F0E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Autism Classification from fMRI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4588510"/>
            <a:ext cx="65405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8C4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brain regions that move together tell us more than how much each one swings?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40"/>
            <a:ext cx="91567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AM123, AM809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1"/>
            <a:ext cx="10883393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37242"/>
            <a:ext cx="4755304" cy="1930823"/>
          </a:xfrm>
          <a:prstGeom prst="roundRect">
            <a:avLst>
              <a:gd name="adj" fmla="val 7729"/>
            </a:avLst>
          </a:prstGeom>
          <a:solidFill>
            <a:srgbClr val="FDFCF9"/>
          </a:solidFill>
          <a:ln w="6350">
            <a:solidFill>
              <a:srgbClr val="E3E1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987" y="1942254"/>
            <a:ext cx="42696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0987" y="2257214"/>
            <a:ext cx="426963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Heavy drinker vs not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20987" y="2694094"/>
            <a:ext cx="42696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fMRI brain signals, classified with LR, SVMs and deep models</a:t>
            </a:r>
            <a:endParaRPr lang="en-US" sz="16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77654" y="2450254"/>
            <a:ext cx="609600" cy="30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99979" y="1630045"/>
            <a:ext cx="4769697" cy="1945217"/>
          </a:xfrm>
          <a:prstGeom prst="roundRect">
            <a:avLst>
              <a:gd name="adj" fmla="val 7345"/>
            </a:avLst>
          </a:prstGeom>
          <a:solidFill>
            <a:srgbClr val="FDFCF9"/>
          </a:solidFill>
          <a:ln w="19050">
            <a:solidFill>
              <a:srgbClr val="157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12187" y="1942254"/>
            <a:ext cx="42696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157A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VERSION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12187" y="2257214"/>
            <a:ext cx="426963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Autism vs typical control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912187" y="2694094"/>
            <a:ext cx="42696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pipeline on the public ABIDE dataset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3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data: ABIDE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3380317" cy="1943523"/>
          </a:xfrm>
          <a:prstGeom prst="roundRect">
            <a:avLst>
              <a:gd name="adj" fmla="val 7678"/>
            </a:avLst>
          </a:prstGeom>
          <a:solidFill>
            <a:srgbClr val="FDFCF9"/>
          </a:solidFill>
          <a:ln w="6350">
            <a:solidFill>
              <a:srgbClr val="E3E1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0187" y="1877907"/>
            <a:ext cx="29580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157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871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70187" y="2728807"/>
            <a:ext cx="29580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subjects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0187" y="3064087"/>
            <a:ext cx="2958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resting-state fMRI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42" y="1623696"/>
            <a:ext cx="3380317" cy="1943523"/>
          </a:xfrm>
          <a:prstGeom prst="roundRect">
            <a:avLst>
              <a:gd name="adj" fmla="val 7678"/>
            </a:avLst>
          </a:prstGeom>
          <a:solidFill>
            <a:srgbClr val="FDFCF9"/>
          </a:solidFill>
          <a:ln w="6350">
            <a:solidFill>
              <a:srgbClr val="E3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0054" y="1877907"/>
            <a:ext cx="29580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157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660054" y="2728807"/>
            <a:ext cx="29580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scanner sites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0054" y="3064087"/>
            <a:ext cx="2958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 machines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5709" y="1623696"/>
            <a:ext cx="3380317" cy="1943523"/>
          </a:xfrm>
          <a:prstGeom prst="roundRect">
            <a:avLst>
              <a:gd name="adj" fmla="val 7678"/>
            </a:avLst>
          </a:prstGeom>
          <a:solidFill>
            <a:srgbClr val="FDFCF9"/>
          </a:solidFill>
          <a:ln w="6350">
            <a:solidFill>
              <a:srgbClr val="E3E1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9920" y="1877907"/>
            <a:ext cx="29580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157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249920" y="2728807"/>
            <a:ext cx="29580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brain atlases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49920" y="3064087"/>
            <a:ext cx="2958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 and 111 regions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3875194"/>
            <a:ext cx="4892252" cy="609600"/>
          </a:xfrm>
          <a:custGeom>
            <a:avLst/>
            <a:gdLst/>
            <a:ahLst/>
            <a:cxnLst/>
            <a:rect l="l" t="t" r="r" b="b"/>
            <a:pathLst>
              <a:path w="4892252" h="609600">
                <a:moveTo>
                  <a:pt x="0" y="127000"/>
                </a:moveTo>
                <a:arcTo wR="127000" hR="127000" stAng="10800000" swAng="5400000"/>
                <a:lnTo>
                  <a:pt x="4892252" y="0"/>
                </a:lnTo>
                <a:lnTo>
                  <a:pt x="4892252" y="609600"/>
                </a:lnTo>
                <a:lnTo>
                  <a:pt x="127000" y="609600"/>
                </a:lnTo>
                <a:arcTo wR="127000" hR="127000" stAng="5400000" swAng="5400000"/>
                <a:close/>
              </a:path>
            </a:pathLst>
          </a:custGeom>
          <a:solidFill>
            <a:srgbClr val="157A6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403 autism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05052" y="3875194"/>
            <a:ext cx="5674149" cy="609600"/>
          </a:xfrm>
          <a:custGeom>
            <a:avLst/>
            <a:gdLst/>
            <a:ahLst/>
            <a:cxnLst/>
            <a:rect l="l" t="t" r="r" b="b"/>
            <a:pathLst>
              <a:path w="5674149" h="609600">
                <a:moveTo>
                  <a:pt x="5547149" y="0"/>
                </a:moveTo>
                <a:arcTo wR="127000" hR="127000" stAng="16200000" swAng="5400000"/>
                <a:lnTo>
                  <a:pt x="5674149" y="482600"/>
                </a:lnTo>
                <a:arcTo wR="127000" hR="127000" stAng="0" swAng="5400000"/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9D6C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468 control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4789594"/>
            <a:ext cx="1088339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Always guessing "control" scores 53.7%. That is the number to beat.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3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5"/>
            <a:ext cx="2216150" cy="1676823"/>
          </a:xfrm>
          <a:prstGeom prst="roundRect">
            <a:avLst>
              <a:gd name="adj" fmla="val 8899"/>
            </a:avLst>
          </a:prstGeom>
          <a:solidFill>
            <a:srgbClr val="FDFCF9"/>
          </a:solidFill>
          <a:ln w="6350">
            <a:solidFill>
              <a:srgbClr val="E3E1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9387" y="1827106"/>
            <a:ext cx="18636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157A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9387" y="2116666"/>
            <a:ext cx="186360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Signals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19387" y="2528146"/>
            <a:ext cx="18636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 × N table per person</a:t>
            </a:r>
            <a:endParaRPr lang="en-US" sz="16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36900" y="2347807"/>
            <a:ext cx="3556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97275" y="1623695"/>
            <a:ext cx="2216150" cy="1676823"/>
          </a:xfrm>
          <a:prstGeom prst="roundRect">
            <a:avLst>
              <a:gd name="adj" fmla="val 8899"/>
            </a:avLst>
          </a:prstGeom>
          <a:solidFill>
            <a:srgbClr val="FDFCF9"/>
          </a:solidFill>
          <a:ln w="6350">
            <a:solidFill>
              <a:srgbClr val="E3E1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00687" y="1827106"/>
            <a:ext cx="18636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157A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00687" y="2116666"/>
            <a:ext cx="186360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800687" y="2528146"/>
            <a:ext cx="18636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max-min or correlation</a:t>
            </a:r>
            <a:endParaRPr lang="en-US" sz="1600" dirty="0"/>
          </a:p>
        </p:txBody>
      </p:sp>
      <p:pic>
        <p:nvPicPr>
          <p:cNvPr id="12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18200" y="2347807"/>
            <a:ext cx="355600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78575" y="1623695"/>
            <a:ext cx="2216150" cy="1676823"/>
          </a:xfrm>
          <a:prstGeom prst="roundRect">
            <a:avLst>
              <a:gd name="adj" fmla="val 8899"/>
            </a:avLst>
          </a:prstGeom>
          <a:solidFill>
            <a:srgbClr val="FDFCF9"/>
          </a:solidFill>
          <a:ln w="6350">
            <a:solidFill>
              <a:srgbClr val="E3E1D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1987" y="1827106"/>
            <a:ext cx="18636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157A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81987" y="2116666"/>
            <a:ext cx="186360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581987" y="2528146"/>
            <a:ext cx="18636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LR and 4 SVM kernels</a:t>
            </a:r>
            <a:endParaRPr lang="en-US" sz="1600" dirty="0"/>
          </a:p>
        </p:txBody>
      </p:sp>
      <p:pic>
        <p:nvPicPr>
          <p:cNvPr id="17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99501" y="2347807"/>
            <a:ext cx="355600" cy="2286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159876" y="1623695"/>
            <a:ext cx="2216150" cy="1676823"/>
          </a:xfrm>
          <a:prstGeom prst="roundRect">
            <a:avLst>
              <a:gd name="adj" fmla="val 8899"/>
            </a:avLst>
          </a:prstGeom>
          <a:solidFill>
            <a:srgbClr val="FDFCF9"/>
          </a:solidFill>
          <a:ln w="6350">
            <a:solidFill>
              <a:srgbClr val="E3E1D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363287" y="1827106"/>
            <a:ext cx="18636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157A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4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363287" y="2116666"/>
            <a:ext cx="186360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Testing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9363287" y="2528146"/>
            <a:ext cx="18636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10-fold cross-validation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12800" y="3608493"/>
            <a:ext cx="10566401" cy="589280"/>
          </a:xfrm>
          <a:prstGeom prst="roundRect">
            <a:avLst>
              <a:gd name="adj" fmla="val 43103"/>
            </a:avLst>
          </a:prstGeom>
          <a:solidFill>
            <a:srgbClr val="E4F1EE"/>
          </a:solidFill>
          <a:ln/>
        </p:spPr>
        <p:txBody>
          <a:bodyPr wrap="square" lIns="179606" tIns="78006" rIns="0" bIns="52606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run is repeated with and without age, sex and site.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3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Max-min vs correlation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5161704" cy="3588597"/>
          </a:xfrm>
          <a:prstGeom prst="roundRect">
            <a:avLst>
              <a:gd name="adj" fmla="val 4158"/>
            </a:avLst>
          </a:prstGeom>
          <a:solidFill>
            <a:srgbClr val="FDFCF9"/>
          </a:solidFill>
          <a:ln w="6350">
            <a:solidFill>
              <a:srgbClr val="E3E1D8"/>
            </a:solidFill>
            <a:prstDash val="solid"/>
          </a:ln>
        </p:spPr>
      </p:sp>
      <p:pic>
        <p:nvPicPr>
          <p:cNvPr id="4" name="Image 0" descr="One wave with its highest and lowest points marked, showing how much it swing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0187" y="1877907"/>
            <a:ext cx="4673600" cy="1752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0187" y="3732107"/>
            <a:ext cx="479287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Max-min (paper)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0187" y="4168989"/>
            <a:ext cx="479287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much each region swings by itself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0187" y="4555068"/>
            <a:ext cx="2263034" cy="375920"/>
          </a:xfrm>
          <a:prstGeom prst="roundRect">
            <a:avLst>
              <a:gd name="adj" fmla="val 50000"/>
            </a:avLst>
          </a:prstGeom>
          <a:solidFill>
            <a:srgbClr val="FBE9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 features per person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3579" y="1630046"/>
            <a:ext cx="5176097" cy="3575897"/>
          </a:xfrm>
          <a:prstGeom prst="roundRect">
            <a:avLst>
              <a:gd name="adj" fmla="val 3996"/>
            </a:avLst>
          </a:prstGeom>
          <a:solidFill>
            <a:srgbClr val="FDFCF9"/>
          </a:solidFill>
          <a:ln w="19050">
            <a:solidFill>
              <a:srgbClr val="157A6B"/>
            </a:solidFill>
            <a:prstDash val="solid"/>
          </a:ln>
        </p:spPr>
      </p:sp>
      <p:pic>
        <p:nvPicPr>
          <p:cNvPr id="9" name="Image 1" descr="Two waves rising and falling together, with dashed lines joining their peak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54987" y="1891454"/>
            <a:ext cx="4673600" cy="1752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54987" y="3745654"/>
            <a:ext cx="479287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Correlation (ours)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54987" y="4182535"/>
            <a:ext cx="479287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regions rise and fall together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54987" y="4568614"/>
            <a:ext cx="2527565" cy="375920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19,900 features per person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12800" y="6238242"/>
            <a:ext cx="108833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 counts shown for the Craddock-200 atlas. Harvard-Oxford gives 111 and 6,105.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3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Correlation wins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81479"/>
            <a:ext cx="36626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Demographics only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21200" y="1620518"/>
            <a:ext cx="4038600" cy="406400"/>
          </a:xfrm>
          <a:prstGeom prst="roundRect">
            <a:avLst>
              <a:gd name="adj" fmla="val 18750"/>
            </a:avLst>
          </a:prstGeom>
          <a:solidFill>
            <a:srgbClr val="9AA3AE"/>
          </a:solidFill>
          <a:ln/>
        </p:spPr>
      </p:sp>
      <p:sp>
        <p:nvSpPr>
          <p:cNvPr id="5" name="Text 3"/>
          <p:cNvSpPr/>
          <p:nvPr/>
        </p:nvSpPr>
        <p:spPr>
          <a:xfrm>
            <a:off x="8712201" y="1681479"/>
            <a:ext cx="65817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0.530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214879"/>
            <a:ext cx="36626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Max-min, Harvard-Oxford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21200" y="2153918"/>
            <a:ext cx="3695700" cy="406400"/>
          </a:xfrm>
          <a:prstGeom prst="roundRect">
            <a:avLst>
              <a:gd name="adj" fmla="val 18750"/>
            </a:avLst>
          </a:prstGeom>
          <a:solidFill>
            <a:srgbClr val="E07A1F"/>
          </a:solidFill>
          <a:ln/>
        </p:spPr>
      </p:sp>
      <p:sp>
        <p:nvSpPr>
          <p:cNvPr id="8" name="Text 6"/>
          <p:cNvSpPr/>
          <p:nvPr/>
        </p:nvSpPr>
        <p:spPr>
          <a:xfrm>
            <a:off x="8369301" y="2214879"/>
            <a:ext cx="65817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0.485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748279"/>
            <a:ext cx="36626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Max-min, Craddock-200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1200" y="2687318"/>
            <a:ext cx="4121150" cy="406400"/>
          </a:xfrm>
          <a:prstGeom prst="roundRect">
            <a:avLst>
              <a:gd name="adj" fmla="val 18750"/>
            </a:avLst>
          </a:prstGeom>
          <a:solidFill>
            <a:srgbClr val="E07A1F"/>
          </a:solidFill>
          <a:ln/>
        </p:spPr>
      </p:sp>
      <p:sp>
        <p:nvSpPr>
          <p:cNvPr id="11" name="Text 9"/>
          <p:cNvSpPr/>
          <p:nvPr/>
        </p:nvSpPr>
        <p:spPr>
          <a:xfrm>
            <a:off x="8794751" y="2748279"/>
            <a:ext cx="65817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0.541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3281679"/>
            <a:ext cx="36626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Correlation, Harvard-Oxford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1200" y="3220718"/>
            <a:ext cx="4953000" cy="406400"/>
          </a:xfrm>
          <a:prstGeom prst="roundRect">
            <a:avLst>
              <a:gd name="adj" fmla="val 18750"/>
            </a:avLst>
          </a:prstGeom>
          <a:solidFill>
            <a:srgbClr val="157A6B"/>
          </a:solidFill>
          <a:ln/>
        </p:spPr>
      </p:sp>
      <p:sp>
        <p:nvSpPr>
          <p:cNvPr id="14" name="Text 12"/>
          <p:cNvSpPr/>
          <p:nvPr/>
        </p:nvSpPr>
        <p:spPr>
          <a:xfrm>
            <a:off x="9626601" y="3281679"/>
            <a:ext cx="65817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0.650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3815079"/>
            <a:ext cx="36626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Correlation, Craddock-200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21200" y="3754118"/>
            <a:ext cx="5073650" cy="406400"/>
          </a:xfrm>
          <a:prstGeom prst="roundRect">
            <a:avLst>
              <a:gd name="adj" fmla="val 18750"/>
            </a:avLst>
          </a:prstGeom>
          <a:solidFill>
            <a:srgbClr val="157A6B"/>
          </a:solidFill>
          <a:ln/>
        </p:spPr>
      </p:sp>
      <p:sp>
        <p:nvSpPr>
          <p:cNvPr id="17" name="Text 15"/>
          <p:cNvSpPr/>
          <p:nvPr/>
        </p:nvSpPr>
        <p:spPr>
          <a:xfrm>
            <a:off x="9747251" y="3815079"/>
            <a:ext cx="65817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0.666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20126" y="1620518"/>
            <a:ext cx="0" cy="2641600"/>
          </a:xfrm>
          <a:prstGeom prst="line">
            <a:avLst/>
          </a:prstGeom>
          <a:noFill/>
          <a:ln w="19050">
            <a:solidFill>
              <a:srgbClr val="14213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12800" y="4465318"/>
            <a:ext cx="10566401" cy="589280"/>
          </a:xfrm>
          <a:prstGeom prst="roundRect">
            <a:avLst>
              <a:gd name="adj" fmla="val 43103"/>
            </a:avLst>
          </a:prstGeom>
          <a:solidFill>
            <a:srgbClr val="14213D"/>
          </a:solidFill>
          <a:ln/>
        </p:spPr>
        <p:txBody>
          <a:bodyPr wrap="square" lIns="179606" tIns="78006" rIns="0" bIns="52606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single result: SVM (poly2) on Craddock-200 correlation, 0.703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39"/>
            <a:ext cx="108833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10-fold CV accuracy, logistic regression, SVM. Dashed line: always guessing "control" (0.537).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3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did not help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3"/>
            <a:ext cx="5175250" cy="1488863"/>
          </a:xfrm>
          <a:prstGeom prst="roundRect">
            <a:avLst>
              <a:gd name="adj" fmla="val 10023"/>
            </a:avLst>
          </a:prstGeom>
          <a:solidFill>
            <a:srgbClr val="FDFCF9"/>
          </a:solidFill>
          <a:ln w="6350">
            <a:solidFill>
              <a:srgbClr val="E3E1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0187" y="1877907"/>
            <a:ext cx="480683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 alone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0187" y="2289386"/>
            <a:ext cx="4806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Age, sex and site give 0.530, no better than the 0.537 baseline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93"/>
            <a:ext cx="5175250" cy="1488863"/>
          </a:xfrm>
          <a:prstGeom prst="roundRect">
            <a:avLst>
              <a:gd name="adj" fmla="val 10023"/>
            </a:avLst>
          </a:prstGeom>
          <a:solidFill>
            <a:srgbClr val="FDFCF9"/>
          </a:solidFill>
          <a:ln w="6350">
            <a:solidFill>
              <a:srgbClr val="E3E1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4987" y="1877907"/>
            <a:ext cx="480683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Max-min 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54987" y="2289386"/>
            <a:ext cx="491786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0.47 to 0.54 on both atlases, which is chance level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5975" y="3322107"/>
            <a:ext cx="5175250" cy="1488863"/>
          </a:xfrm>
          <a:prstGeom prst="roundRect">
            <a:avLst>
              <a:gd name="adj" fmla="val 10023"/>
            </a:avLst>
          </a:prstGeom>
          <a:solidFill>
            <a:srgbClr val="FDFCF9"/>
          </a:solidFill>
          <a:ln w="6350">
            <a:solidFill>
              <a:srgbClr val="E3E1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0187" y="3576318"/>
            <a:ext cx="480683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Sigmoid kernel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0187" y="3987800"/>
            <a:ext cx="480683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Scored the baseline, so it learned nothing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0775" y="3322107"/>
            <a:ext cx="5175250" cy="1488863"/>
          </a:xfrm>
          <a:prstGeom prst="roundRect">
            <a:avLst>
              <a:gd name="adj" fmla="val 10023"/>
            </a:avLst>
          </a:prstGeom>
          <a:solidFill>
            <a:srgbClr val="FDFCF9"/>
          </a:solidFill>
          <a:ln w="6350">
            <a:solidFill>
              <a:srgbClr val="E3E1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4987" y="3576318"/>
            <a:ext cx="480683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Choosing a kernel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54987" y="3987800"/>
            <a:ext cx="4806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Linear, poly2 and RBF all land at 0.64 to 0.70, with no clear winner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3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2F0E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22118"/>
            <a:ext cx="6858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3DD6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752600" y="1954529"/>
            <a:ext cx="9156701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F2F0E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Correlation features beat max-min by a wide margin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2928618"/>
            <a:ext cx="6858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3DD6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752600" y="3161029"/>
            <a:ext cx="9156701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F2F0E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Regions that move together carry the signal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4135118"/>
            <a:ext cx="6858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3DD6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752600" y="4367532"/>
            <a:ext cx="1043940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dirty="0">
                <a:solidFill>
                  <a:srgbClr val="F2F0E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Caveats: different dataset, small dev set, scanner sites not tested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658114"/>
            <a:ext cx="1088339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2F0E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ism Classification from fMRI">
  <a:themeElements>
    <a:clrScheme name="Autism Classification from fMRI">
      <a:dk1>
        <a:srgbClr val="14213D"/>
      </a:dk1>
      <a:lt1>
        <a:srgbClr val="F6F5F1"/>
      </a:lt1>
      <a:dk2>
        <a:srgbClr val="4D566A"/>
      </a:dk2>
      <a:lt2>
        <a:srgbClr val="DFE0DF"/>
      </a:lt2>
      <a:accent1>
        <a:srgbClr val="157A6B"/>
      </a:accent1>
      <a:accent2>
        <a:srgbClr val="3DD6B0"/>
      </a:accent2>
      <a:accent3>
        <a:srgbClr val="E07A1F"/>
      </a:accent3>
      <a:accent4>
        <a:srgbClr val="8FA0B8"/>
      </a:accent4>
      <a:accent5>
        <a:srgbClr val="4A5568"/>
      </a:accent5>
      <a:accent6>
        <a:srgbClr val="6A7179"/>
      </a:accent6>
      <a:hlink>
        <a:srgbClr val="0563C1"/>
      </a:hlink>
      <a:folHlink>
        <a:srgbClr val="954F72"/>
      </a:folHlink>
    </a:clrScheme>
    <a:fontScheme name="Autism Classification from fMRI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852</Words>
  <Application>Microsoft Office PowerPoint</Application>
  <PresentationFormat>Widescreen</PresentationFormat>
  <Paragraphs>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DM Sans</vt:lpstr>
      <vt:lpstr>IBM Plex Sans</vt:lpstr>
      <vt:lpstr>Autism Classification from fMRI</vt:lpstr>
      <vt:lpstr>Autism Classification from fMRI</vt:lpstr>
      <vt:lpstr>The problem</vt:lpstr>
      <vt:lpstr>The data: ABIDE</vt:lpstr>
      <vt:lpstr>The pipeline</vt:lpstr>
      <vt:lpstr>Max-min vs correlation</vt:lpstr>
      <vt:lpstr>Correlation wins</vt:lpstr>
      <vt:lpstr>What did not help</vt:lpstr>
      <vt:lpstr>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Autism Classification from fMRI</dc:title>
  <dc:subject/>
  <dc:creator/>
  <cp:lastModifiedBy>Jayanth k</cp:lastModifiedBy>
  <cp:revision>4</cp:revision>
  <dcterms:created xsi:type="dcterms:W3CDTF">2026-10-14T12:02:20Z</dcterms:created>
  <dcterms:modified xsi:type="dcterms:W3CDTF">2026-10-15T09:47:15Z</dcterms:modified>
</cp:coreProperties>
</file>